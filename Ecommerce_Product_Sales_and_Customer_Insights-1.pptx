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F96167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023360"/>
            <a:ext cx="2743200" cy="2743200"/>
          </a:xfrm>
          <a:prstGeom prst="ellipse">
            <a:avLst/>
          </a:prstGeom>
          <a:solidFill>
            <a:srgbClr val="F9E795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291840" cy="3291840"/>
          </a:xfrm>
          <a:prstGeom prst="ellipse">
            <a:avLst/>
          </a:prstGeom>
          <a:solidFill>
            <a:srgbClr val="F96167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Product Sales and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0292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114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
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Code: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AD25C01
</a:t>
            </a:r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and Data Science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623560"/>
            <a:ext cx="6035040" cy="68580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623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Sidharanjan S  and  Yogesh R 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6420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generate large amounts of sales and customer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2432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helps convert raw data into useful insights.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58444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product sales, customer behaviour, revenue, and purchasing patterns.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6451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544568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can support better business and marketing decisions.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732520" y="1691640"/>
            <a:ext cx="2788920" cy="3931920"/>
          </a:xfrm>
          <a:prstGeom prst="roundRect">
            <a:avLst>
              <a:gd name="adj" fmla="val 4590"/>
            </a:avLst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46920" y="2103120"/>
            <a:ext cx="960120" cy="9601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46920" y="21031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38328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Clean Data</a:t>
            </a:r>
            <a:endParaRPr lang="en-US" sz="14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Insights</a:t>
            </a:r>
            <a:endParaRPr lang="en-US" sz="14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Decisions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DE7E8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911096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911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691640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e-commerce sales and customer data to understand business performance.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58775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A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2807208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587752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best-selling and low-performing products.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83864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DE7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3703320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483864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customer purchasing behaviour and spending patterns.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379976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A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4599432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379976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trends, relationships, and opportunities for improvement.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276088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FDE7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5840" y="5495544"/>
            <a:ext cx="292608" cy="2926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495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5276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insights using tables, charts, and statistical summaries.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3364992" cy="2148840"/>
          </a:xfrm>
          <a:prstGeom prst="roundRect">
            <a:avLst>
              <a:gd name="adj" fmla="val 5106"/>
            </a:avLst>
          </a:prstGeom>
          <a:solidFill>
            <a:srgbClr val="FBF3E8"/>
          </a:solidFill>
          <a:ln/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116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69748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 and quality of the dataset.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43984" y="1783080"/>
            <a:ext cx="3364992" cy="2148840"/>
          </a:xfrm>
          <a:prstGeom prst="roundRect">
            <a:avLst>
              <a:gd name="adj" fmla="val 5106"/>
            </a:avLst>
          </a:prstGeom>
          <a:solidFill>
            <a:srgbClr val="FBF3E8"/>
          </a:solidFill>
          <a:ln/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0116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69748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missing, duplicate, and inconsistent 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65008" y="1783080"/>
            <a:ext cx="3364992" cy="2148840"/>
          </a:xfrm>
          <a:prstGeom prst="roundRect">
            <a:avLst>
              <a:gd name="adj" fmla="val 5106"/>
            </a:avLst>
          </a:prstGeom>
          <a:solidFill>
            <a:srgbClr val="FBF3E8"/>
          </a:solidFill>
          <a:ln/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93608" y="201168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36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93608" y="269748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product-wise and category-wise sales.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364992" cy="2148840"/>
          </a:xfrm>
          <a:prstGeom prst="roundRect">
            <a:avLst>
              <a:gd name="adj" fmla="val 5106"/>
            </a:avLst>
          </a:prstGeom>
          <a:solidFill>
            <a:srgbClr val="FBF3E8"/>
          </a:solidFill>
          <a:ln/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51560" y="44348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12064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customers and purchasing trends.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43984" y="4206240"/>
            <a:ext cx="3364992" cy="2148840"/>
          </a:xfrm>
          <a:prstGeom prst="roundRect">
            <a:avLst>
              <a:gd name="adj" fmla="val 5106"/>
            </a:avLst>
          </a:prstGeom>
          <a:solidFill>
            <a:srgbClr val="FBF3E8"/>
          </a:solidFill>
          <a:ln/>
          <a:effectLst>
            <a:outerShdw sx="100000" sy="100000" kx="0" ky="0" algn="bl" rotWithShape="0" blurRad="76200" dist="25400" dir="5400000">
              <a:srgbClr val="9C9C9C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72584" y="44348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72584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672584" y="5120640"/>
            <a:ext cx="2907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patterns that can improve sales and customer satisfaction.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DATA FIELDS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12848" y="210312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12848" y="210312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13048" y="21031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13048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724912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72491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12848" y="2724912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12848" y="2724912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02736" y="2724912"/>
            <a:ext cx="909828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02736" y="272491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7156" y="2724912"/>
            <a:ext cx="909828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7156" y="2724912"/>
            <a:ext cx="909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3346704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346704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28316" y="3346704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E7EAF5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28316" y="334670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4160520"/>
            <a:ext cx="5029200" cy="1417320"/>
          </a:xfrm>
          <a:prstGeom prst="roundRect">
            <a:avLst>
              <a:gd name="adj" fmla="val 7742"/>
            </a:avLst>
          </a:prstGeom>
          <a:solidFill>
            <a:srgbClr val="FBF3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41605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order, transaction, or purchase — the base unit for every analysis in this project.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1691640"/>
            <a:ext cx="4983480" cy="3977640"/>
          </a:xfrm>
          <a:prstGeom prst="roundRect">
            <a:avLst>
              <a:gd name="adj" fmla="val 3218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75120" y="1920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246888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7512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may contain customer demographics, payment details, discounts, and delivery information.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675120" y="352044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7512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4747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represents an order, transaction, or customer purchase.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675120" y="457200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7512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45262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will be examined for missing values, duplicates, and incorrect data types.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3429000"/>
            <a:ext cx="9601200" cy="0"/>
          </a:xfrm>
          <a:prstGeom prst="line">
            <a:avLst/>
          </a:prstGeom>
          <a:noFill/>
          <a:ln w="63500">
            <a:solidFill>
              <a:srgbClr val="E7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3136392"/>
            <a:ext cx="585216" cy="585216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3136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8620" y="17373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BF3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0060" y="1810512"/>
            <a:ext cx="1783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dataset using Python and Pandas.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9292" y="3136392"/>
            <a:ext cx="585216" cy="585216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9292" y="3136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88920" y="3931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BF3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80360" y="4005072"/>
            <a:ext cx="1783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 and handle missing values.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79592" y="3136392"/>
            <a:ext cx="585216" cy="585216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79592" y="3136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89220" y="17373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BF3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80660" y="1810512"/>
            <a:ext cx="1783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date columns into proper date-time format.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79892" y="3136392"/>
            <a:ext cx="585216" cy="585216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9892" y="3136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0" y="393192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BF3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4005072"/>
            <a:ext cx="1783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numerical columns for invalid or extreme values.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680192" y="3136392"/>
            <a:ext cx="585216" cy="585216"/>
          </a:xfrm>
          <a:prstGeom prst="ellipse">
            <a:avLst/>
          </a:prstGeom>
          <a:solidFill>
            <a:srgbClr val="F9616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80192" y="3136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89820" y="173736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BF3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81260" y="1810512"/>
            <a:ext cx="1783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useful columns such as total sales, month, and customer segment.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6420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revenue, total orders, and average order value.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3288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sales across product categories.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0156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top-selling products and most profitable items.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3708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27024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monthly and seasonal sales trends.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23951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138928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descriptive statistics to understand the data distribution.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32520" y="1691640"/>
            <a:ext cx="2788920" cy="4160520"/>
          </a:xfrm>
          <a:prstGeom prst="roundRect">
            <a:avLst>
              <a:gd name="adj" fmla="val 4590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0684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37744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reveal what customers actually buy — turning raw transactions into a clear picture of business performance.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3364992" cy="1417320"/>
          </a:xfrm>
          <a:prstGeom prst="roundRect">
            <a:avLst>
              <a:gd name="adj" fmla="val 7742"/>
            </a:avLst>
          </a:prstGeom>
          <a:solidFill>
            <a:srgbClr val="FDE7E8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385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41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3957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frequent customers and high-spending customers.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3984" y="1737360"/>
            <a:ext cx="3364992" cy="1417320"/>
          </a:xfrm>
          <a:prstGeom prst="roundRect">
            <a:avLst>
              <a:gd name="adj" fmla="val 7742"/>
            </a:avLst>
          </a:prstGeom>
          <a:solidFill>
            <a:srgbClr val="FDE7E8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9385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3957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customer purchase frequency and average spending.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65008" y="1737360"/>
            <a:ext cx="3364992" cy="1417320"/>
          </a:xfrm>
          <a:prstGeom prst="roundRect">
            <a:avLst>
              <a:gd name="adj" fmla="val 7742"/>
            </a:avLst>
          </a:prstGeom>
          <a:solidFill>
            <a:srgbClr val="FDE7E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193852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66176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66176" y="23957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customer segments based on buying behaviour.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410712"/>
            <a:ext cx="3364992" cy="1417320"/>
          </a:xfrm>
          <a:prstGeom prst="roundRect">
            <a:avLst>
              <a:gd name="adj" fmla="val 7742"/>
            </a:avLst>
          </a:prstGeom>
          <a:solidFill>
            <a:srgbClr val="E7EA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" y="36118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40690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popular products among different customer groups.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43984" y="3410712"/>
            <a:ext cx="3364992" cy="1417320"/>
          </a:xfrm>
          <a:prstGeom prst="roundRect">
            <a:avLst>
              <a:gd name="adj" fmla="val 7742"/>
            </a:avLst>
          </a:prstGeom>
          <a:solidFill>
            <a:srgbClr val="E7EAF5"/>
          </a:solidFill>
          <a:ln/>
        </p:spPr>
      </p:sp>
      <p:sp>
        <p:nvSpPr>
          <p:cNvPr id="22" name="Shape 20"/>
          <p:cNvSpPr/>
          <p:nvPr/>
        </p:nvSpPr>
        <p:spPr>
          <a:xfrm>
            <a:off x="4645152" y="361188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45152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40690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repeat purchases and customer retention patterns.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 and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048256" cy="3291840"/>
          </a:xfrm>
          <a:prstGeom prst="roundRect">
            <a:avLst>
              <a:gd name="adj" fmla="val 5357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1504188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04188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632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70332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 for analysis.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72384" y="1828800"/>
            <a:ext cx="2048256" cy="329184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3753612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53612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209544" y="30632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236976" y="370332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transformation, and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21808" y="1828800"/>
            <a:ext cx="2048256" cy="3291840"/>
          </a:xfrm>
          <a:prstGeom prst="roundRect">
            <a:avLst>
              <a:gd name="adj" fmla="val 5357"/>
            </a:avLst>
          </a:prstGeom>
          <a:solidFill>
            <a:srgbClr val="2F3C7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03036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03036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30632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70332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calculations.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71232" y="1828800"/>
            <a:ext cx="2048256" cy="3291840"/>
          </a:xfrm>
          <a:prstGeom prst="roundRect">
            <a:avLst>
              <a:gd name="adj" fmla="val 5357"/>
            </a:avLst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2460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524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Vz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08392" y="30632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735824" y="370332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visualisations.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20656" y="1828800"/>
            <a:ext cx="2048256" cy="3291840"/>
          </a:xfrm>
          <a:prstGeom prst="roundRect">
            <a:avLst>
              <a:gd name="adj" fmla="val 5357"/>
            </a:avLst>
          </a:prstGeom>
          <a:solidFill>
            <a:srgbClr val="2F3C7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01884" y="21488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01884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957816" y="30632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Charts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985248" y="3703320"/>
            <a:ext cx="17190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line chart, histogram, box plot, and heatmap.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Insights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515600" cy="722376"/>
          </a:xfrm>
          <a:prstGeom prst="roundRect">
            <a:avLst>
              <a:gd name="adj" fmla="val 10127"/>
            </a:avLst>
          </a:prstGeom>
          <a:solidFill>
            <a:srgbClr val="FDE7E8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86080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8608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37360"/>
            <a:ext cx="9418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products and categories that generate the highest sales.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10515600" cy="722376"/>
          </a:xfrm>
          <a:prstGeom prst="roundRect">
            <a:avLst>
              <a:gd name="adj" fmla="val 10127"/>
            </a:avLst>
          </a:prstGeom>
          <a:solidFill>
            <a:srgbClr val="E7EA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729484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7294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606040"/>
            <a:ext cx="9418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months or seasons have increased demand.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74720"/>
            <a:ext cx="10515600" cy="722376"/>
          </a:xfrm>
          <a:prstGeom prst="roundRect">
            <a:avLst>
              <a:gd name="adj" fmla="val 10127"/>
            </a:avLst>
          </a:prstGeom>
          <a:solidFill>
            <a:srgbClr val="FDE7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359816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5981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474720"/>
            <a:ext cx="9418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customer groups with higher purchase value.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343400"/>
            <a:ext cx="10515600" cy="722376"/>
          </a:xfrm>
          <a:prstGeom prst="roundRect">
            <a:avLst>
              <a:gd name="adj" fmla="val 10127"/>
            </a:avLst>
          </a:prstGeom>
          <a:solidFill>
            <a:srgbClr val="E7EA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4466844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44668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343400"/>
            <a:ext cx="9418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unusual transactions and possible data-quality issues.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10515600" cy="722376"/>
          </a:xfrm>
          <a:prstGeom prst="roundRect">
            <a:avLst>
              <a:gd name="adj" fmla="val 10127"/>
            </a:avLst>
          </a:prstGeom>
          <a:solidFill>
            <a:srgbClr val="FDE7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" y="5335524"/>
            <a:ext cx="475488" cy="47548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3355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212080"/>
            <a:ext cx="9418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improvements in product planning, promotions, and customer engagement.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F96167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658368" cy="6583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4846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46504"/>
            <a:ext cx="420624" cy="42062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91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provides a clear understanding of e-commerce sales and customer behaviour.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2706624"/>
            <a:ext cx="420624" cy="42062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06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51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visualisation make complex information easier to interpret.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420624" cy="42062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11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can support inventory planning, targeted marketing, and improved customer experience.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626864"/>
            <a:ext cx="420624" cy="42062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626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72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can include sales prediction, recommendation systems, and customer churn analysis.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&amp; CUSTOMER INSIGHTS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F9E795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632704" y="3794760"/>
            <a:ext cx="914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 Sales and Customer Insights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0" y="44805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Sidharanjan S   •   Yogesh R P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2026-09-15T07:26:39Z</dcterms:created>
  <dcterms:modified xsi:type="dcterms:W3CDTF">2026-09-15T07:26:39Z</dcterms:modified>
</cp:coreProperties>
</file>